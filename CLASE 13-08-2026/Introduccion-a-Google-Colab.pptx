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Montserrat"/>
      <p:regular r:id="rId15"/>
    </p:embeddedFon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  <p:embeddedFont>
      <p:font typeface="Inconsolata"/>
      <p:regular r:id="rId19"/>
    </p:embeddedFont>
    <p:embeddedFont>
      <p:font typeface="Inconsolata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9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607" y="2927985"/>
            <a:ext cx="4919186" cy="237351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1733193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Introducción a Google Colab</a:t>
            </a:r>
            <a:endParaRPr lang="en-US" sz="6150" dirty="0"/>
          </a:p>
        </p:txBody>
      </p:sp>
      <p:sp>
        <p:nvSpPr>
          <p:cNvPr id="5" name="Text 1"/>
          <p:cNvSpPr/>
          <p:nvPr/>
        </p:nvSpPr>
        <p:spPr>
          <a:xfrm>
            <a:off x="6280190" y="4029789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Google Colab es una plataforma gratuita basada en la nube que permite a los usuarios ejecutar código Python en un entorno de aprendizaje automático sin necesidad de configuración compleja. Es ideal para el aprendizaje automático, la ciencia de datos y la investigación.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6280190" y="6116360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810" y="6123980"/>
            <a:ext cx="347663" cy="3476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56440" y="6099453"/>
            <a:ext cx="2125385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by Kaos Atomico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5440" y="539353"/>
            <a:ext cx="7813119" cy="178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50"/>
              </a:lnSpc>
              <a:buNone/>
            </a:pPr>
            <a:r>
              <a:rPr lang="en-US" sz="37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Ventajas de Google Colab para el aprendizaje automático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5440" y="2820710"/>
            <a:ext cx="427792" cy="427792"/>
          </a:xfrm>
          <a:prstGeom prst="roundRect">
            <a:avLst>
              <a:gd name="adj" fmla="val 213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9745" y="2892028"/>
            <a:ext cx="11918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283256" y="2820710"/>
            <a:ext cx="3193733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a Recursos de Computación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283256" y="3528893"/>
            <a:ext cx="3193733" cy="182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Ofrece acceso a potentes unidades de procesamiento de gráficos (GPU) y unidades de procesamiento de tensor (TPU) para acelerar los procesos de entrenamiento de modelos.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67012" y="2820710"/>
            <a:ext cx="427792" cy="427792"/>
          </a:xfrm>
          <a:prstGeom prst="roundRect">
            <a:avLst>
              <a:gd name="adj" fmla="val 213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94171" y="2892028"/>
            <a:ext cx="173355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284827" y="2820710"/>
            <a:ext cx="3193733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Integración con Bibliotecas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84827" y="3528893"/>
            <a:ext cx="3193733" cy="152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Incluye bibliotecas de aprendizaje automático populares como TensorFlow, PyTorch, Keras y Scikit-learn, lo que facilita el trabajo con modelos.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5440" y="5757982"/>
            <a:ext cx="427792" cy="427792"/>
          </a:xfrm>
          <a:prstGeom prst="roundRect">
            <a:avLst>
              <a:gd name="adj" fmla="val 213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1766" y="5829300"/>
            <a:ext cx="17502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283256" y="5757982"/>
            <a:ext cx="2745343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Entorno Colaborativo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1283256" y="6169104"/>
            <a:ext cx="3193733" cy="1216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Permite compartir y colaborar en proyectos con otros usuarios, lo que fomenta el aprendizaje y la innovación.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667012" y="5757982"/>
            <a:ext cx="427792" cy="427792"/>
          </a:xfrm>
          <a:prstGeom prst="roundRect">
            <a:avLst>
              <a:gd name="adj" fmla="val 2137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79407" y="5829300"/>
            <a:ext cx="203002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284827" y="5757982"/>
            <a:ext cx="2376607" cy="2970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Facilidad de Uso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5284827" y="6169104"/>
            <a:ext cx="3193733" cy="1521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Su interfaz basada en navegador facilita la ejecución de código y la visualización de resultados, lo que lo hace accesible para todos.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32" y="2463879"/>
            <a:ext cx="4971217" cy="330172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07562" y="670441"/>
            <a:ext cx="7701677" cy="1287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Configuración del entorno de Google Colab</a:t>
            </a:r>
            <a:endParaRPr lang="en-US" sz="4050" dirty="0"/>
          </a:p>
        </p:txBody>
      </p:sp>
      <p:sp>
        <p:nvSpPr>
          <p:cNvPr id="5" name="Shape 1"/>
          <p:cNvSpPr/>
          <p:nvPr/>
        </p:nvSpPr>
        <p:spPr>
          <a:xfrm>
            <a:off x="6505099" y="2267188"/>
            <a:ext cx="22860" cy="5291852"/>
          </a:xfrm>
          <a:prstGeom prst="roundRect">
            <a:avLst>
              <a:gd name="adj" fmla="val 40000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6725424" y="2719149"/>
            <a:ext cx="72116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7" name="Shape 3"/>
          <p:cNvSpPr/>
          <p:nvPr/>
        </p:nvSpPr>
        <p:spPr>
          <a:xfrm>
            <a:off x="6284774" y="2498884"/>
            <a:ext cx="463510" cy="463510"/>
          </a:xfrm>
          <a:prstGeom prst="roundRect">
            <a:avLst>
              <a:gd name="adj" fmla="val 197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51937" y="2576036"/>
            <a:ext cx="129183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7649766" y="2473166"/>
            <a:ext cx="3178731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Acceso a Google Colab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7649766" y="2918579"/>
            <a:ext cx="625947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Visita la página web de Google Colab e inicia sesión con tu cuenta de Google.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725424" y="4441865"/>
            <a:ext cx="72116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2" name="Shape 8"/>
          <p:cNvSpPr/>
          <p:nvPr/>
        </p:nvSpPr>
        <p:spPr>
          <a:xfrm>
            <a:off x="6284774" y="4221599"/>
            <a:ext cx="463510" cy="463510"/>
          </a:xfrm>
          <a:prstGeom prst="roundRect">
            <a:avLst>
              <a:gd name="adj" fmla="val 197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22529" y="4298752"/>
            <a:ext cx="187881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7649766" y="4195882"/>
            <a:ext cx="4506397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Creación de un Nuevo Cuaderno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49766" y="4641294"/>
            <a:ext cx="6259473" cy="659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Haz clic en "Nuevo cuaderno" para comenzar un proyecto y un nuevo cuaderno.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725424" y="6164580"/>
            <a:ext cx="721162" cy="22860"/>
          </a:xfrm>
          <a:prstGeom prst="roundRect">
            <a:avLst>
              <a:gd name="adj" fmla="val 40000"/>
            </a:avLst>
          </a:prstGeom>
          <a:solidFill>
            <a:srgbClr val="151617"/>
          </a:solidFill>
          <a:ln/>
        </p:spPr>
      </p:sp>
      <p:sp>
        <p:nvSpPr>
          <p:cNvPr id="17" name="Shape 13"/>
          <p:cNvSpPr/>
          <p:nvPr/>
        </p:nvSpPr>
        <p:spPr>
          <a:xfrm>
            <a:off x="6284774" y="5944314"/>
            <a:ext cx="463510" cy="463510"/>
          </a:xfrm>
          <a:prstGeom prst="roundRect">
            <a:avLst>
              <a:gd name="adj" fmla="val 197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21576" y="6021467"/>
            <a:ext cx="189786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649766" y="5918597"/>
            <a:ext cx="3609618" cy="321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Instalación de Bibliotecas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7649766" y="6364010"/>
            <a:ext cx="6259473" cy="989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Usa el comando "pip install" para instalar bibliotecas adicionales necesarias para tu proyecto de aprendizaje automático.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260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y manipulación de datos en Google Colab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071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Carga de Datos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8828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Utiliza funciones como "pd.read_csv()" para cargar conjuntos de datos desde archivos locales o ubicaciones en la nube.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07143"/>
            <a:ext cx="32670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Exploración de Datos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8828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Emplea métodos como "df.head()", "df.describe()" y "df.info()" para obtener información sobre la estructura y los valores del conjunto de datos.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07143"/>
            <a:ext cx="33095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Preparación de Datos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8828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Aplica técnicas de limpieza y transformación de datos, como manejo de valores faltantes, codificación de variables categóricas y normalización.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3032" y="751523"/>
            <a:ext cx="7790736" cy="1208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Modelos de aprendizaje automático en Google Colab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6163032" y="2249924"/>
            <a:ext cx="3798808" cy="3287077"/>
          </a:xfrm>
          <a:prstGeom prst="roundRect">
            <a:avLst>
              <a:gd name="adj" fmla="val 27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63891" y="2450783"/>
            <a:ext cx="3284339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Aprendizaje Supervisado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63891" y="2868811"/>
            <a:ext cx="3397091" cy="2165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Modelos como la regresión lineal, los árboles de decisión, las máquinas de vectores de soporte y las redes neuronales se utilizan para predecir una variable objetivo basada en variables de entrada conocidas.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155079" y="2249924"/>
            <a:ext cx="3798808" cy="3287077"/>
          </a:xfrm>
          <a:prstGeom prst="roundRect">
            <a:avLst>
              <a:gd name="adj" fmla="val 27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55937" y="2450783"/>
            <a:ext cx="3397091" cy="604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Aprendizaje No Supervisado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0355937" y="3170873"/>
            <a:ext cx="3397091" cy="2165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Modelos como el clustering k-means, la reducción de dimensionalidad PCA y las redes neuronales autocodificadoras se utilizan para descubrir patrones y estructuras en los datos sin una variable objetivo definida.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63032" y="5730240"/>
            <a:ext cx="7790736" cy="1747718"/>
          </a:xfrm>
          <a:prstGeom prst="roundRect">
            <a:avLst>
              <a:gd name="adj" fmla="val 523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63891" y="5931098"/>
            <a:ext cx="3347561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Aprendizaje por Refuerzo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363891" y="6349127"/>
            <a:ext cx="7389019" cy="927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Modelos como los agentes Q-learning y las redes neuronales de aprendizaje profundo se utilizan para entrenar agentes que toman decisiones óptimas en un entorno dinámico.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303" y="560784"/>
            <a:ext cx="7717393" cy="1910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 y evaluación de modelos en Google Colab</a:t>
            </a:r>
            <a:endParaRPr lang="en-US" sz="40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03" y="2777371"/>
            <a:ext cx="1019056" cy="16304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7993" y="2981087"/>
            <a:ext cx="254769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División de Datos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037993" y="3421856"/>
            <a:ext cx="6392704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Divide el conjunto de datos en conjuntos de entrenamiento, validación y prueba para evaluar el rendimiento del modelo.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303" y="4407813"/>
            <a:ext cx="1019056" cy="16304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7993" y="4611529"/>
            <a:ext cx="366783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Entrenamiento del Modelo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037993" y="5052298"/>
            <a:ext cx="6392704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Utiliza funciones como "model.fit()" para entrenar el modelo con los datos de entrenamiento.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03" y="6038255"/>
            <a:ext cx="1019056" cy="16304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37993" y="6241971"/>
            <a:ext cx="3109079" cy="318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Evaluación del Modelo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037993" y="6682740"/>
            <a:ext cx="6392704" cy="65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Calcula métricas de rendimiento como precisión, exactitud, precisión y recuperación para evaluar la calidad del modelo.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4482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5939" y="2700338"/>
            <a:ext cx="4942403" cy="28336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1405" y="598289"/>
            <a:ext cx="7621191" cy="2039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Implementación y despliegue de modelos en Google Colab</a:t>
            </a:r>
            <a:endParaRPr lang="en-US" sz="4250" dirty="0"/>
          </a:p>
        </p:txBody>
      </p:sp>
      <p:sp>
        <p:nvSpPr>
          <p:cNvPr id="5" name="Shape 1"/>
          <p:cNvSpPr/>
          <p:nvPr/>
        </p:nvSpPr>
        <p:spPr>
          <a:xfrm>
            <a:off x="761405" y="2964061"/>
            <a:ext cx="7621191" cy="4672132"/>
          </a:xfrm>
          <a:prstGeom prst="roundRect">
            <a:avLst>
              <a:gd name="adj" fmla="val 19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69025" y="2971681"/>
            <a:ext cx="7605951" cy="13202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986552" y="3109793"/>
            <a:ext cx="336411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Implementación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4793337" y="3109793"/>
            <a:ext cx="3364111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Utilizar funciones de serialización para guardar el modelo entrenado.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69025" y="4291965"/>
            <a:ext cx="7605951" cy="16683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6"/>
          <p:cNvSpPr/>
          <p:nvPr/>
        </p:nvSpPr>
        <p:spPr>
          <a:xfrm>
            <a:off x="986552" y="4430078"/>
            <a:ext cx="336411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Despliegue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4793337" y="4430078"/>
            <a:ext cx="3364111" cy="139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Utilizar plataformas como TensorFlow Serving o Flask para desplegar el modelo como una API web accesible.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769025" y="5960269"/>
            <a:ext cx="7605951" cy="16683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986552" y="6098381"/>
            <a:ext cx="3364111" cy="348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Integración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4793337" y="6098381"/>
            <a:ext cx="3364111" cy="139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Integrar el modelo desplegado en aplicaciones web o móviles para realizar predicciones en tiempo real.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5050" y="493871"/>
            <a:ext cx="7886700" cy="1122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Conclusiones y recursos adicionales</a:t>
            </a:r>
            <a:endParaRPr lang="en-US" sz="35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0" y="1886069"/>
            <a:ext cx="448985" cy="4489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15050" y="2514600"/>
            <a:ext cx="3025854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Recursos de Aprendizaje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15050" y="2902982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Existen numerosos recursos en línea, libros y cursos que ofrecen guías completas sobre el aprendizaje automático y Google Colab.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4016693"/>
            <a:ext cx="448985" cy="4489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15050" y="4645223"/>
            <a:ext cx="4804886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 de Aprendizaje Automático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115050" y="5033605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Participa en foros en línea y comunidades para compartir conocimientos, resolver problemas y aprender de otros expertos.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050" y="6147316"/>
            <a:ext cx="448985" cy="44898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15050" y="6775847"/>
            <a:ext cx="2431613" cy="280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15161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Proyectos Prácticos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115050" y="7164229"/>
            <a:ext cx="7886700" cy="574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Aplica tus conocimientos realizando proyectos prácticos de aprendizaje automático utilizando Google Colab para fortalecer tu comprensión.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2024-09-19T20:28:13Z</dcterms:created>
  <dcterms:modified xsi:type="dcterms:W3CDTF">2024-09-19T20:28:13Z</dcterms:modified>
</cp:coreProperties>
</file>